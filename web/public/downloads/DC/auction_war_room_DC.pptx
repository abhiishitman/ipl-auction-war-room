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128.7</c:v>
                </c:pt>
                <c:pt idx="1">
                  <c:v>133.1</c:v>
                </c:pt>
                <c:pt idx="2">
                  <c:v>141.4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Yash Dayal</c:v>
                </c:pt>
                <c:pt idx="1">
                  <c:v>Karn Sharma</c:v>
                </c:pt>
                <c:pt idx="2">
                  <c:v>Rasikh Salam</c:v>
                </c:pt>
                <c:pt idx="3">
                  <c:v>Mahipal Lomror</c:v>
                </c:pt>
                <c:pt idx="4">
                  <c:v>Jake Fraser-McGurk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1.19</c:v>
                </c:pt>
                <c:pt idx="1">
                  <c:v>3.08</c:v>
                </c:pt>
                <c:pt idx="2">
                  <c:v>1.24</c:v>
                </c:pt>
                <c:pt idx="3">
                  <c:v>1.22</c:v>
                </c:pt>
                <c:pt idx="4">
                  <c:v>3.52</c:v>
                </c:pt>
                <c:pt idx="5">
                  <c:v>4.14</c:v>
                </c:pt>
                <c:pt idx="6">
                  <c:v>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Yash Dayal</c:v>
                </c:pt>
                <c:pt idx="1">
                  <c:v>Karn Sharma</c:v>
                </c:pt>
                <c:pt idx="2">
                  <c:v>Rasikh Salam</c:v>
                </c:pt>
                <c:pt idx="3">
                  <c:v>Mahipal Lomror</c:v>
                </c:pt>
                <c:pt idx="4">
                  <c:v>Jake Fraser-McGurk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2.0</c:v>
                </c:pt>
                <c:pt idx="1">
                  <c:v>1.7</c:v>
                </c:pt>
                <c:pt idx="2">
                  <c:v>2.22</c:v>
                </c:pt>
                <c:pt idx="3">
                  <c:v>1.48</c:v>
                </c:pt>
                <c:pt idx="4">
                  <c:v>5.04</c:v>
                </c:pt>
                <c:pt idx="5">
                  <c:v>5.63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Delhi Capitals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Missed the 2026 playoffs with an ageing core (avg age of top-12: 30.7).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Delhi Capitals: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rebuild for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67 cr of low-return contracts, fix the anchor gap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15 releases free Rs 67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Red: anchor; Amber: middle-order, powerplay pacer, death pacer. 15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51% to 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94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28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Delhi Capitals finished 6th in 2026 with Rs 3.8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1F4F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1F4F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1F4F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1F4FB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Delhi Capitals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80% of revenue is fixed central income: a title adds only Rs 33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653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33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374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Delhi Capitals has 1 Red and 3 Amber roles: anchor, middle-order, powerplay pacer, death pacer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20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KL Rahul, PP Shaw, P Nissanka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16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Sameer Rizvi, N Rana, KK Nair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12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AR Patel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12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Ashutosh Sharma, T Stubbs, DA Miller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3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KL Rahul, T Stubbs, Abishek Porel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30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MA Starc, KA Jamieson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death pacer ranks 23 of 33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 Ngidi, PVD Chameera, T Natarajan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3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Kuldeep Yadav, V Nigam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6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AR Patel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all-rounder ranks 5 of 9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AR Patel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Arun Jaitley Stadium, Delhi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Long-Term Build,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15 players (Rs 67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121 cr to Rs 94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anchor, middle-order, powerplay pacer, death pacer;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15 targets, 5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66%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Missed the 2026 playoffs with an ageing core (avg age of top-12: 30.7).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Arun Jaitley Stadium, Delhi;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15 targets, led by Rasikh Salam (death pacer) and Yash Dayal (powerplay pacer) for the gaps; retain 10, release 15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Faf du Plessis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Liam Livingstone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Faf du Plessis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Akash Madhwal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Rahul Chahar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Mitchell Starc  (Rs 11.8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T. Natarajan  (Rs 10.8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Tristan Stubbs  (Rs 10.0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Auqib Nabi  (Rs 8.4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Mukesh Kumar  (Rs 8.0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KL Rahul  (+3.2)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Lungi Ngidi  (+3.1)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Kuldeep Yadav  (+0.8)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Ashutosh Sharma  (+0.7)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Madhav Tiwari  (+0.6)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11.0 and playoff odds stay near 55%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93.8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94.3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97.1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100.8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51% to 56% and +Rs 28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6.5 to 12.3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50.4% to 52.2%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51% to 56%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0.9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80%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28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66% (strength 6.5 to 22.8).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Mitchell Starc)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Shrinkage under-rates breakouts: keep one high-upside youngster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1F4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