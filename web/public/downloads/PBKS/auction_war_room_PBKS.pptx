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119.4</c:v>
                </c:pt>
                <c:pt idx="1">
                  <c:v>123.4</c:v>
                </c:pt>
                <c:pt idx="2">
                  <c:v>131.1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Mahipal Lomror</c:v>
                </c:pt>
                <c:pt idx="3">
                  <c:v>Rasikh Salam</c:v>
                </c:pt>
                <c:pt idx="4">
                  <c:v>Karn Sharma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1.16</c:v>
                </c:pt>
                <c:pt idx="1">
                  <c:v>1.19</c:v>
                </c:pt>
                <c:pt idx="2">
                  <c:v>1.22</c:v>
                </c:pt>
                <c:pt idx="3">
                  <c:v>1.24</c:v>
                </c:pt>
                <c:pt idx="4">
                  <c:v>3.08</c:v>
                </c:pt>
                <c:pt idx="5">
                  <c:v>4.14</c:v>
                </c:pt>
                <c:pt idx="6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Mahipal Lomror</c:v>
                </c:pt>
                <c:pt idx="3">
                  <c:v>Rasikh Salam</c:v>
                </c:pt>
                <c:pt idx="4">
                  <c:v>Karn Sharma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1.98</c:v>
                </c:pt>
                <c:pt idx="1">
                  <c:v>2.0</c:v>
                </c:pt>
                <c:pt idx="2">
                  <c:v>1.48</c:v>
                </c:pt>
                <c:pt idx="3">
                  <c:v>2.22</c:v>
                </c:pt>
                <c:pt idx="4">
                  <c:v>1.7</c:v>
                </c:pt>
                <c:pt idx="5">
                  <c:v>5.63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Punjab Kings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Missed the playoffs narrowly (#5) with a young core (avg age 29.3).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PBKS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Punjab Kings: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win now at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63 cr of low-return contracts, fix the all-rounder gap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16 releases free Rs 63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Red: all-rounder; Amber: finisher, powerplay pacer, death pacer. 13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57% to 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28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81%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Punjab Kings finished 5th in 2026 with Rs 3.5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C820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C820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C820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C8202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Punjab Kings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81% of revenue is fixed central income: a title adds only Rs 32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643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32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366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Punjab Kings has 1 Red and 3 Amber roles: all-rounder, finisher, powerplay pacer, death pacer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13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 Simran Singh, Priyansh Arya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3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SS Iyer, C Connolly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2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MP Stoinis, N Wadhera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22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Shashank Singh, M Jansen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6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 Simran Singh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27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Azmatullah Omarzai, MP Stoinis, Vijaykumar Vyshak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24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Arshdeep Singh, LH Ferguson, Yash Thakur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7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YS Chahal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3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Harpreet Brar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Only 0 of 1 needed all-rounder(s) in the squad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Maharaja Yadavindra Singh Stadium, Mullanpur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Win Now,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16 players (Rs 63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122 cr to Rs 94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all-rounder, finisher, powerplay pacer, death pacer;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13 targets, 4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Missed the playoffs narrowly (#5) with a young core (avg age 29.3).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Maharaja Yadavindra Singh Stadium, Mullanpur;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13 targets, led by Rasikh Salam (death pacer) and Yash Dayal (powerplay pacer) for the gaps; retain 9, release 16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Glenn Maxwell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Akash Madhwal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Ramandeep Singh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MS Dhoni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Ramandeep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Arshdeep Singh  (Rs 18.0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Yuzvendra Chahal  (Rs 18.0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Marco Jansen  (Rs 7.0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Ben Dwarshuis  (Rs 4.4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Nehal Wadhera  (Rs 4.2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Shreyas Iyer  (+3.0)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Cooper Connolly  (+2.6)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Prabhsimran Singh  (+2.5)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Harpreet Brar  (+2.1)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Priyansh Arya  (+1.7)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16.7 and playoff odds stay near 60%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93.9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94.3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16.7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97.3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110.2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17.1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114.2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17.1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118.4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17.1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57% to 60% and +Rs 28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12.6 to 16.7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52.3% to 53.6%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57% to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0.6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81%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28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67% (strength 12.6 to 24.1).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Arshdeep Singh)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Musheer Khan (23 or under) rate low on few balls: keep one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C8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