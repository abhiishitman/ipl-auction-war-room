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127.7</c:v>
                </c:pt>
                <c:pt idx="1">
                  <c:v>131.2</c:v>
                </c:pt>
                <c:pt idx="2">
                  <c:v>137.9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Jake Fraser-McGurk</c:v>
                </c:pt>
                <c:pt idx="2">
                  <c:v>Rasikh Salam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1.13</c:v>
                </c:pt>
                <c:pt idx="1">
                  <c:v>3.7</c:v>
                </c:pt>
                <c:pt idx="2">
                  <c:v>1.24</c:v>
                </c:pt>
                <c:pt idx="3">
                  <c:v>3.08</c:v>
                </c:pt>
                <c:pt idx="4">
                  <c:v>1.22</c:v>
                </c:pt>
                <c:pt idx="5">
                  <c:v>4.76</c:v>
                </c:pt>
                <c:pt idx="6">
                  <c:v>5.42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Yash Dayal</c:v>
                </c:pt>
                <c:pt idx="1">
                  <c:v>Jake Fraser-McGurk</c:v>
                </c:pt>
                <c:pt idx="2">
                  <c:v>Rasikh Salam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2.0</c:v>
                </c:pt>
                <c:pt idx="1">
                  <c:v>5.04</c:v>
                </c:pt>
                <c:pt idx="2">
                  <c:v>2.22</c:v>
                </c:pt>
                <c:pt idx="3">
                  <c:v>1.7</c:v>
                </c:pt>
                <c:pt idx="4">
                  <c:v>1.48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Lucknow Super Giants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 #10 in 2026; rebuild around younger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Lucknow Super Giants: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rebuild for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70 cr of low-return contracts, fix the finger spinner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15 releases free Rs 70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finger spinner, all-rounder; Amber: opener, finisher, death pacer. 15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58% to 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27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Lucknow Super Giants finished 10th in 2026 with Rs 4.5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0091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0091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0091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0091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Lucknow Super Giants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80% of revenue is fixed central income: a title adds only Rs 30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652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377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Lucknow Super Giants has 2 Red and 3 Amber roles: finger spinner, all-rounder, opener, finisher, death pacer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23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MR Marsh, AK Markram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1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JP Inglis, N Pooran, RR Pant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9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 Badoni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23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Shahbaz Ahmed, Abdul Samad, MD Choudhary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1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JP Inglis, N Pooran, MD Choudhary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18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Mohsin Khan, Mohammed Shami, MP Yadav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29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Prince Yadav, Avesh Khan, A Nortje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8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PWH de Silva, DS Rathi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16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 Siddharth, Shahbaz Ahmed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0 of 1 needed all-rounder(s) in the squad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Ekana Cricket Stadium, Lucknow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Long-Term Build,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15 players (Rs 70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120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finger spinner, all-rounder, opener, finisher, death pacer;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15 targets, 5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Finished #10 in 2026; rebuild around younger players.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Ekana Cricket Stadium, Lucknow;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15 targets, led by Jonny Bairstow (opener) and Moeen Ali (finger spinner) for the gaps; retain 10, release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Suyash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Faf du Plessis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Rishabh Pant  (Rs 27.0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Mayank Yadav  (Rs 11.0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Avesh Khan  (Rs 9.8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Abdul Samad  (Rs 4.2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Ayush Badoni  (Rs 4.0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Josh Inglis  (+5.1)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Mohsin Khan  (+3.8)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Mitchell Marsh  (+3.3)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Prince Yadav  (+1.5)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Akash Singh  (+1.5)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18.8 and playoff odds stay near 62%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93.9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96.8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58% to 63% and +Rs 27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14.3 to 20.1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52.8% to 54.6%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58% to 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0.8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80%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27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70% (strength 14.3 to 27.6).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Rishabh Pant)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Mukul Choudhary (23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009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