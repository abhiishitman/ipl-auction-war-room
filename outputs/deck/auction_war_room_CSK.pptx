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163.3</c:v>
                </c:pt>
                <c:pt idx="1">
                  <c:v>170.0</c:v>
                </c:pt>
                <c:pt idx="2">
                  <c:v>182.9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Yash Dayal</c:v>
                </c:pt>
                <c:pt idx="1">
                  <c:v>Karn Sharma</c:v>
                </c:pt>
                <c:pt idx="2">
                  <c:v>Jake Fraser-McGurk</c:v>
                </c:pt>
                <c:pt idx="3">
                  <c:v>Moeen Ali</c:v>
                </c:pt>
                <c:pt idx="4">
                  <c:v>Rasikh Salam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1.13</c:v>
                </c:pt>
                <c:pt idx="1">
                  <c:v>3.08</c:v>
                </c:pt>
                <c:pt idx="2">
                  <c:v>3.7</c:v>
                </c:pt>
                <c:pt idx="3">
                  <c:v>4.14</c:v>
                </c:pt>
                <c:pt idx="4">
                  <c:v>1.36</c:v>
                </c:pt>
                <c:pt idx="5">
                  <c:v>1.22</c:v>
                </c:pt>
                <c:pt idx="6">
                  <c:v>5.42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Yash Dayal</c:v>
                </c:pt>
                <c:pt idx="1">
                  <c:v>Karn Sharma</c:v>
                </c:pt>
                <c:pt idx="2">
                  <c:v>Jake Fraser-McGurk</c:v>
                </c:pt>
                <c:pt idx="3">
                  <c:v>Moeen Ali</c:v>
                </c:pt>
                <c:pt idx="4">
                  <c:v>Rasikh Salam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2.0</c:v>
                </c:pt>
                <c:pt idx="1">
                  <c:v>1.7</c:v>
                </c:pt>
                <c:pt idx="2">
                  <c:v>5.04</c:v>
                </c:pt>
                <c:pt idx="3">
                  <c:v>5.63</c:v>
                </c:pt>
                <c:pt idx="4">
                  <c:v>2.22</c:v>
                </c:pt>
                <c:pt idx="5">
                  <c:v>1.48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Chennai Super Kings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 #8 in 2026; rebuild around younger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B3D"/>
                </a:solidFill>
                <a:latin typeface="Calibri"/>
              </a:rPr>
              <a:t>CSK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Chennai Super Kings: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rebuild for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61 cr of low-return contracts, fix the death pacer gap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12 releases free Rs 61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Red: death pacer; Amber: opener, wicketkeeper. 12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55% to 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27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76%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Chennai Super Kings finished 8th in 2026 with Rs 4.4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Chennai Super Kings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76% of revenue is fixed central income: a title adds only Rs 40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687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40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402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Chennai Super Kings has 1 Red and 2 Amber roles: death pacer, opener, wicketkeeper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27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SV Samson, RD Gaikwad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8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 Mhatre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6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 Brevis, Kartik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18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 Dube, MS Dhoni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13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SV Samson, Urvil Patel, MS Dhoni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16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Mukesh Choudhary, KK Ahmed, A Kamboj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Only 1 of 2 needed death pacer(s) in the squad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 Overton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2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Noor Ahmad, RD Chahar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2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AJ Hosein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all-rounder ranks 4 of 9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 Overton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MA Chidambaram Stadium, Chennai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Long-Term Build,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12 players (Rs 61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121 cr to Rs 94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death pacer, opener, wicketkeeper;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12 targets, 3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Finished #8 in 2026; rebuild around younger players.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MA Chidambaram Stadium, Chennai;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12 targets, led by Jonny Bairstow (opener) and Rasikh Salam (death pacer) for the gaps; retain 13, release 12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5.4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Faf du Plessis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1.4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Akash Madhwal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Liam Livingstone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3.7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Faf du Plessis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Ruturaj Gaikwad  (Rs 18.0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Prashant Veer  (Rs 14.2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Kartik Sharma  (Rs 14.2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Rahul Chahar  (Rs 5.2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Gurjapneet Singh  (Rs 2.2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Akeal Hosein  (+3.7)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Noor Ahmad  (+2.6)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Ayush Mhatre  (+1.5)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Sanju Samson  (+0.9)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Jamie Overton  (+0.7)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14.2 and playoff odds stay near 58%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93.9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95.0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94.4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55% to 58% and +Rs 27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10.5 to 14.2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51.6% to 52.8%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55% to 58%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0.7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76%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27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65% (strength 10.5 to 22.3).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Ruturaj Gaikwad)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Prashant Veer and Kartik Sharma (both 23 or under) rate low on few balls: keep one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