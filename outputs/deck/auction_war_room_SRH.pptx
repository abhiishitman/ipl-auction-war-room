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127.1</c:v>
                </c:pt>
                <c:pt idx="1">
                  <c:v>131.5</c:v>
                </c:pt>
                <c:pt idx="2">
                  <c:v>139.9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Rasikh Salam</c:v>
                </c:pt>
                <c:pt idx="3">
                  <c:v>Karn Sharma</c:v>
                </c:pt>
                <c:pt idx="4">
                  <c:v>Mahipal Lomror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</c:v>
                </c:pt>
                <c:pt idx="1">
                  <c:v>1.13</c:v>
                </c:pt>
                <c:pt idx="2">
                  <c:v>1.18</c:v>
                </c:pt>
                <c:pt idx="3">
                  <c:v>3.23</c:v>
                </c:pt>
                <c:pt idx="4">
                  <c:v>1.22</c:v>
                </c:pt>
                <c:pt idx="5">
                  <c:v>4.35</c:v>
                </c:pt>
                <c:pt idx="6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Rasikh Salam</c:v>
                </c:pt>
                <c:pt idx="3">
                  <c:v>Karn Sharma</c:v>
                </c:pt>
                <c:pt idx="4">
                  <c:v>Mahipal Lomror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1.98</c:v>
                </c:pt>
                <c:pt idx="1">
                  <c:v>2.0</c:v>
                </c:pt>
                <c:pt idx="2">
                  <c:v>2.22</c:v>
                </c:pt>
                <c:pt idx="3">
                  <c:v>1.7</c:v>
                </c:pt>
                <c:pt idx="4">
                  <c:v>1.48</c:v>
                </c:pt>
                <c:pt idx="5">
                  <c:v>5.63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Sunrisers Hyderabad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Made the 2026 playoffs (finished #1); protect the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SRH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Sunrisers Hyderabad: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win now at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67 cr of low-return contracts, fix the all-rounder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15 releases free Rs 67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all-rounder; Amber: wrist spinner, finger spinner. 15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60% to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26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Sunrisers Hyderabad finished 1th in 2026 with Rs 5.5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35B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E35B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35B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E35B1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Sunrisers Hyderabad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80% of revenue is fixed central income: a title adds only Rs 33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651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33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374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Sunrisers Hyderabad has 1 Red and 2 Amber roles: all-rounder, wrist spinner, finger spinner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14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Abhishek Sharma, TM Head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5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Ishan Kishan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1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H Klaasen, Nithish Kumar Reddy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11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Aniket Verma, PJ Cummins, LS Livingstone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2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H Klaasen, Ishan Kishan, Nithish Kumar Reddy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15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PJ Cummins, JD Unadkat, Nithish Kumar Reddy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9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E Malinga, Sakib Hussain, PP Hinge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14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Zeeshan Ansari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14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 Livingstone, Abhishek Sharma, Harsh Dubey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0 of 1 needed all-rounder(s) in the squad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Rajiv Gandhi Intl Stadium, Hyderabad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Win Now,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15 players (Rs 67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120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all-rounder, wrist spinner, finger spinner;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15 targets, 5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Made the 2026 playoffs (finished #1); protect the window.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Rajiv Gandhi Intl Stadium, Hyderabad;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15 targets, led by Moeen Ali (finger spinner) and Karn Sharma (wrist spinner) for the gaps; retain 10, release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4.3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Maheesh Theekshana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Sandeep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Pat Cummins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Travis Head  (Rs 14.0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Liam Livingstone  (Rs 13.0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Harshal Patel  (Rs 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Nitish Kumar Reddy  (Rs 6.0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Abhishek Sharma  (+4.3)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Heinrich Klaasen  (+3.8)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Ishan Kishan  (+2.3)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Eshan Malinga  (+2.1)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Sakib Hussain  (+1.4)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18.0 and playoff odds stay near 62%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106.2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109.8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113.4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60% to 62% and +Rs 26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16.1 to 18.0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53.4% to 54.0%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60% to 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0.3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80%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26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68% (strength 16.1 to 26.0).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Pat Cummins)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Shrinkage under-rates breakouts: keep one high-upside youngster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E3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